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Stokvel Credit Platform · Huawei Cloud Architecture · 38 Services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6309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3276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Cloud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SASSA grant recipients in South Africa — spaza shop store credit, QR payments, AI forecasting, fraud detection, and community savings.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937760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937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91056" y="4937760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4937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RDS 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24912" y="4937760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4937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58768" y="4937760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4937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FunctionGraph 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92624" y="4937760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4937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4937760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4937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60336" y="4937760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4937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94192" y="4937760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4192" y="4937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DCS Redis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28048" y="4937760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8048" y="4937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SMN 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661904" y="4937760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61904" y="4937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 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5532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= Active in production today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F4444"/>
                </a:solidFill>
              </a:rPr>
              <a:t>LAYER 1 OF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&amp; Security Layer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line of defence — CDN, WAF, DDoS protection, load balancing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6309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276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Cloud Architecture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04825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322576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assets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OBS-backed cache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PoPs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204825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322576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 Firewall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Top-10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920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204825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44768" y="2322576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Anti-DDoS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Volumetric scrubbing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Always-on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69680" y="1920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204825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79408" y="2322576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Elastic Load Balancer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Round-robin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checks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6080" y="269748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5760720" y="269748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8595360" y="269748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365760" y="3703320"/>
            <a:ext cx="11155680" cy="640080"/>
          </a:xfrm>
          <a:prstGeom prst="roundRect">
            <a:avLst>
              <a:gd name="adj" fmla="val 14286"/>
            </a:avLst>
          </a:prstGeom>
          <a:solidFill>
            <a:srgbClr val="161D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0881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  Internet  →  CDN (cache hit?)  →  WAF (inspect)  →  AAD (scrub)  →  ELB  →  ECS :3000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7316"/>
                </a:solidFill>
              </a:rPr>
              <a:t>LAYER 2 OF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Layer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today · CCE at scale · Auto Scaling on pay-day spikes · FunctionGraph serverless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6309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276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Cloud Architecture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3474720" cy="2743200"/>
          </a:xfrm>
          <a:prstGeom prst="roundRect">
            <a:avLst>
              <a:gd name="adj" fmla="val 4667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93392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 ★  LIVE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37744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110.238.73.51 (4 vCPU, 8 GB)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63347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Next.js 14 · Node 18 · PM2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889504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Nginx :80/:443 → :3000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3145536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NEXTAUTH_URL = https://e-khadi.co.za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3401568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Prisma → RDS PostgreSQL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828800"/>
            <a:ext cx="3291840" cy="2743200"/>
          </a:xfrm>
          <a:prstGeom prst="roundRect">
            <a:avLst>
              <a:gd name="adj" fmla="val 4667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1993392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CCE  (Kubernetes)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79392" y="2377440"/>
            <a:ext cx="2962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Cloud Container 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79392" y="2633472"/>
            <a:ext cx="2962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Pods: ekhadi-app, worker, forecast-ai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79392" y="2889504"/>
            <a:ext cx="2962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SWR → image pull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79392" y="3145536"/>
            <a:ext cx="2962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HPA: scale on CPU &gt; 70%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80960" y="1828800"/>
            <a:ext cx="3749040" cy="2743200"/>
          </a:xfrm>
          <a:prstGeom prst="roundRect">
            <a:avLst>
              <a:gd name="adj" fmla="val 4667"/>
            </a:avLst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1993392"/>
            <a:ext cx="3419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FunctionGraph  ★  ACTIVE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45552" y="237744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λ fraud-scanner (cron 1h)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45552" y="2633472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λ grant-countdown (cron daily)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45552" y="2889504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λ sms-notify (SMN event)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45552" y="3145536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λ restock-alert (Kafka event)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45552" y="3401568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λ loyalty-calc (DB trigger)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754880"/>
            <a:ext cx="11155680" cy="594360"/>
          </a:xfrm>
          <a:prstGeom prst="roundRect">
            <a:avLst>
              <a:gd name="adj" fmla="val 15385"/>
            </a:avLst>
          </a:prstGeom>
          <a:solidFill>
            <a:srgbClr val="161D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773168"/>
            <a:ext cx="108813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(Auto Scaling)  —  min 1 · current 2 · max 4 instances  |  Scales out in &lt;90s on SASSA pay-day surge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D4BF"/>
                </a:solidFill>
              </a:rPr>
              <a:t>LAYER 3 OF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Cache Layer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RDS (source of truth) · OBS (objects) · DCS Redis (cache) · DWS (warehouse)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6309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276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Cloud Architecture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3657600" cy="3474720"/>
          </a:xfrm>
          <a:prstGeom prst="roundRect">
            <a:avLst>
              <a:gd name="adj" fmla="val 3684"/>
            </a:avLst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93392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RDS PostgreSQL  ★  ACTIVE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377440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192.168.0.53:5432 · Private subnet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633472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Prisma ORM · db push (no migrations)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889504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Tables: Users, Groups, CreditHistory,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3145536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  QRPaymentToken, FraudAlert,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3401568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  RestockOrder, Noticeboard, BulkBuy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3657600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HA replicas · Encrypted at rest (KMS)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1828800"/>
            <a:ext cx="3474720" cy="3474720"/>
          </a:xfrm>
          <a:prstGeom prst="roundRect">
            <a:avLst>
              <a:gd name="adj" fmla="val 3684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1993392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  ★  ACTIVE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62272" y="237744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ekhadi-ids/ — ID document uploads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62272" y="263347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ekhadi-receipts/ — PDF receipts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62272" y="2889504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ekhadi-backups/ — DB snapshots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62272" y="3145536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ekhadi-assets/ — CDN origin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62272" y="3401568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Signed URLs · 90-day receipt TTL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62272" y="365760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Server-side encryption (SSE-KMS)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1828800"/>
            <a:ext cx="3474720" cy="1645920"/>
          </a:xfrm>
          <a:prstGeom prst="roundRect">
            <a:avLst>
              <a:gd name="adj" fmla="val 7778"/>
            </a:avLst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1312" y="1993392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DCS Redis 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11312" y="237744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Session store · QR token cache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11312" y="263347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Rate-limit counters · API cache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370332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11312" y="3867912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DWS (Warehouse)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11312" y="425196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Aggregated analytics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11312" y="450799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Feeds DataArts Studio dashboards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55F7"/>
                </a:solidFill>
              </a:rPr>
              <a:t>LAYER 4 OF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Intelligence Layer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Huawei AI services power forecasting, identity, language, and search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6309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276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Cloud Architecture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048256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322576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Forecast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Prophet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30-day training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78808" y="19202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88536" y="2048256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88536" y="2322576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Card Scan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SASSA + SA 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extraction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9202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2048256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01584" y="2322576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Face Recognition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Selfie vs 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Liveness check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968496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4242816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Advisor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Zulu/Afrik/EN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Savings tips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78808" y="38404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8536" y="3968496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88536" y="4242816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Verify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Anti-spoofing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 pipeline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91856" y="38404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01584" y="3968496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01584" y="4242816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Engine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Full-text index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search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580644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161D2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824728"/>
            <a:ext cx="10881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Selfie upload  →  OBS  →  OCR (text)  →  FRS (face match)  →  IVS (liveness)  →  IDVerification updated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</a:rPr>
              <a:t>LAYER 5 OF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streaming with DLI · Batch processing with MRS · Dashboards via DataArts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6309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276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Cloud Architecture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1920240" cy="118872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1828800"/>
            <a:ext cx="1920240" cy="118872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8288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1920240" cy="118872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8288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49440" y="1828800"/>
            <a:ext cx="1920240" cy="118872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8288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DWS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0" y="1828800"/>
            <a:ext cx="1920240" cy="118872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18288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DataArts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242316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480560" y="242316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675120" y="242316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8869680" y="242316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2926080" y="3291840"/>
            <a:ext cx="2377440" cy="1097280"/>
          </a:xfrm>
          <a:prstGeom prst="roundRect">
            <a:avLst>
              <a:gd name="adj" fmla="val 11667"/>
            </a:avLst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3291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MRS Hadoop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(Batch weekly)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20440" y="3017520"/>
            <a:ext cx="0" cy="27432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365760" y="457200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73659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DMS Kafka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" y="5120640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Event bus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" y="537667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3 partitions · 7-day retention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563270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Consumed by DLI + FG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457200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473659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DLI (Spark)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64992" y="5120640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Streaming fraud detection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64992" y="537667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Hourly aggregation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64992" y="563270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Writes → DWS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457200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473659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DataArts Studio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99632" y="5120640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Admin dashboards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99632" y="537667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Area heatmaps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99632" y="563270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Repayment rates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869680" y="457200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34272" y="473659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MRS Hadoop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34272" y="5120640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Weekly batch ETL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034272" y="537667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Feeds ModelArts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034272" y="563270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Cohort studies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7316"/>
                </a:solidFill>
              </a:rPr>
              <a:t>LAYER 6 OF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Messaging &amp; Notifications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SMN for instant alerts · Kafka for event streaming · RabbitMQ for async jobs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6309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276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Cloud Architecture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3657600" cy="4023360"/>
          </a:xfrm>
          <a:prstGeom prst="roundRect">
            <a:avLst>
              <a:gd name="adj" fmla="val 3500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93392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SMN  ★  ACTIVE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377440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✅  Credit approved → SMS to member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633472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⚠️  Low balance → SMS + push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889504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💸  SASSA pay-day → broadcast SMS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3145536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🚨  Fraud detected → SMS to admin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3401568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⏱️  QR expiry warning → push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3657600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📦  Restock filled → SMS to shop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1828800"/>
            <a:ext cx="3474720" cy="4023360"/>
          </a:xfrm>
          <a:prstGeom prst="roundRect">
            <a:avLst>
              <a:gd name="adj" fmla="val 3684"/>
            </a:avLst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6552" y="1993392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DMS Kafka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16552" y="237744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topic: store-credit-events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16552" y="263347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topic: fraud-alerts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16552" y="2889504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topic: restock-requests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16552" y="3145536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topic: noticeboard-events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16552" y="3401568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Consumed by: DLI, FunctionGraph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16552" y="365760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3 partitions · 7-day retention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01000" y="1828800"/>
            <a:ext cx="3474720" cy="4023360"/>
          </a:xfrm>
          <a:prstGeom prst="roundRect">
            <a:avLst>
              <a:gd name="adj" fmla="val 3684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5592" y="1993392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DMS RabbitMQ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65592" y="237744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queue: pdf-receipt-gen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65592" y="263347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queue: id-verify-pipeline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65592" y="2889504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queue: bulk-buy-notify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65592" y="3145536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queue: loyalty-recalc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65592" y="3401568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Dead-letter queue for failures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65592" y="365760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Worker pods consume async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2C55E"/>
                </a:solidFill>
              </a:rPr>
              <a:t>LAYER 7 OF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 &amp; Ops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· Logs · Traces · Audit trail · Backup &amp; Recovery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6309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276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Cloud Architecture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103120" cy="3200400"/>
          </a:xfrm>
          <a:prstGeom prst="roundRect">
            <a:avLst>
              <a:gd name="adj" fmla="val 6087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848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Eye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46888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ECS CPU / RAM / network metrics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RDS connection pool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98094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Alert rules → SMN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1920240"/>
            <a:ext cx="2103120" cy="3200400"/>
          </a:xfrm>
          <a:prstGeom prst="roundRect">
            <a:avLst>
              <a:gd name="adj" fmla="val 6087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20848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16352" y="246888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Aggregated app logs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16352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Error log search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16352" y="298094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30-day retention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920240"/>
            <a:ext cx="2103120" cy="3200400"/>
          </a:xfrm>
          <a:prstGeom prst="roundRect">
            <a:avLst>
              <a:gd name="adj" fmla="val 6087"/>
            </a:avLst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20848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AOM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02352" y="246888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APM traces p50/p95/p99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02352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Service dependency map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02352" y="298094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Total latency: 53ms p50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1920240"/>
            <a:ext cx="2103120" cy="3200400"/>
          </a:xfrm>
          <a:prstGeom prst="roundRect">
            <a:avLst>
              <a:gd name="adj" fmla="val 6087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88352" y="20848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88352" y="246888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Compliance audit trail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88352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Every admin action logged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88352" y="298094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Immutable CloudTrail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09760" y="1920240"/>
            <a:ext cx="2103120" cy="3200400"/>
          </a:xfrm>
          <a:prstGeom prst="roundRect">
            <a:avLst>
              <a:gd name="adj" fmla="val 6087"/>
            </a:avLst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74352" y="20848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74352" y="246888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Daily RDS snapshot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74352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Offsite OBS copy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74352" y="298094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30-day retention · 4h RTO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5349240"/>
            <a:ext cx="11155680" cy="594360"/>
          </a:xfrm>
          <a:prstGeom prst="roundRect">
            <a:avLst>
              <a:gd name="adj" fmla="val 15385"/>
            </a:avLst>
          </a:prstGeom>
          <a:solidFill>
            <a:srgbClr val="161D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5367528"/>
            <a:ext cx="108813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Eye threshold breached  →  CTS records event  →  FunctionGraph triggered  →  SMN SMS/email alert to on-call admin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366F1"/>
                </a:solidFill>
              </a:rPr>
              <a:t>LAYER 8 OF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DevOps Layer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 · KMS · HSS · VSS · NAT · Cloud Connect · CodeArts · SWR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6309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276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Cloud Architecture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103120" cy="3017520"/>
          </a:xfrm>
          <a:prstGeom prst="roundRect">
            <a:avLst>
              <a:gd name="adj" fmla="val 6087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848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46888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Role-based: ADMIN/SHOP/MEMBER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Service accounts for FG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98094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MFA for admins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1920240"/>
            <a:ext cx="2103120" cy="3017520"/>
          </a:xfrm>
          <a:prstGeom prst="roundRect">
            <a:avLst>
              <a:gd name="adj" fmla="val 6087"/>
            </a:avLst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20848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16352" y="246888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RDS at-rest encryption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16352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OBS SSE-KMS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16352" y="298094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90-day key rotation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920240"/>
            <a:ext cx="2103120" cy="3017520"/>
          </a:xfrm>
          <a:prstGeom prst="roundRect">
            <a:avLst>
              <a:gd name="adj" fmla="val 6087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20848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02352" y="246888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ECS host security scan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02352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Rootkit detection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02352" y="298094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CIS benchmark audit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1920240"/>
            <a:ext cx="2103120" cy="3017520"/>
          </a:xfrm>
          <a:prstGeom prst="roundRect">
            <a:avLst>
              <a:gd name="adj" fmla="val 6087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88352" y="20848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88352" y="246888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Weekly web DAST scan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88352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CVE monitoring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88352" y="298094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Remediation reports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09760" y="1920240"/>
            <a:ext cx="2103120" cy="3017520"/>
          </a:xfrm>
          <a:prstGeom prst="roundRect">
            <a:avLst>
              <a:gd name="adj" fmla="val 6087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74352" y="20848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 GW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74352" y="246888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ECS outbound traffic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74352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No public IP on RDS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74352" y="298094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SNAT for pods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5166360"/>
            <a:ext cx="11155680" cy="1280160"/>
          </a:xfrm>
          <a:prstGeom prst="roundRect">
            <a:avLst>
              <a:gd name="adj" fmla="val 8571"/>
            </a:avLst>
          </a:prstGeom>
          <a:solidFill>
            <a:srgbClr val="161D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257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/ CD Pipeline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 →  CodeArts (build + unit tests)  →  SWR (container registry image push)  →  CCE / ECS deploy  →  PM2 restart  →  Cloud Eye health check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Architecture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services · 9 layers · ★ = active in production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155680" cy="411480"/>
          </a:xfrm>
          <a:prstGeom prst="roundRect">
            <a:avLst>
              <a:gd name="adj" fmla="val 17778"/>
            </a:avLst>
          </a:prstGeom>
          <a:solidFill>
            <a:srgbClr val="161D2E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Members (Mobile)        🏪 Shop Owners        👤 Admins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1947672"/>
            <a:ext cx="5486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9344" y="1837944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9344" y="183794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837944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83794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1837944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83794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08192" y="1837944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83794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3042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63040" y="24688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9344" y="2359152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9344" y="235915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8254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63040" y="2990088"/>
            <a:ext cx="54864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9344" y="2880360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9344" y="28803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2880360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28803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08576" y="2880360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8576" y="28803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08192" y="2880360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28803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FunctionGraph 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07808" y="2880360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07808" y="28803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07424" y="2880360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07424" y="28803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CodeArts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3467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463040" y="3511296"/>
            <a:ext cx="54864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09344" y="340156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09344" y="340156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RDS ★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08960" y="340156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0" y="340156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 ★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08576" y="340156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08576" y="340156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DCS Redis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08192" y="340156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340156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DWS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38679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463040" y="4032504"/>
            <a:ext cx="54864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09344" y="3922776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09344" y="392277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SMN ★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08960" y="3922776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0" y="392277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DMS Kafka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08576" y="3922776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08576" y="392277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DMS RabbitMQ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4389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463040" y="4553712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09344" y="4443984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09344" y="444398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ModelArts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108960" y="4443984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0" y="444398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08576" y="4443984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08576" y="444398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08192" y="4443984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08192" y="444398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607808" y="4443984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07808" y="444398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107424" y="4443984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07424" y="444398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65760" y="49103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463040" y="5074920"/>
            <a:ext cx="54864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609344" y="4965192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609344" y="496519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DLI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108960" y="4965192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96519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08576" y="4965192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08576" y="496519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DataArts Studio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65760" y="54315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463040" y="5596128"/>
            <a:ext cx="54864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09344" y="5486400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09344" y="54864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Eye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108960" y="5486400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108960" y="54864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LTS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608576" y="5486400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08576" y="54864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AOM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108192" y="5486400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08192" y="54864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607808" y="5486400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07808" y="54864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CBR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65760" y="595274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463040" y="6117336"/>
            <a:ext cx="54864" cy="256032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609344" y="600760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609344" y="600760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3108960" y="600760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108960" y="600760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KMS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608576" y="600760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608576" y="600760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HSS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6108192" y="600760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08192" y="600760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VSS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607808" y="600760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607808" y="600760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9107424" y="6007608"/>
            <a:ext cx="1389888" cy="347472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107424" y="600760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Connect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274320" y="6309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74320" y="63276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eK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e-Khadi Huawei Cloud Architecture</dc:title>
  <dc:subject>Stokvel Credit Platform — 38 Huawei Cloud Services</dc:subject>
  <dc:creator>e-Khadi Team</dc:creator>
  <cp:lastModifiedBy>e-Khadi Team</cp:lastModifiedBy>
  <cp:revision>1</cp:revision>
  <dcterms:created xsi:type="dcterms:W3CDTF">2026-04-20T17:52:15Z</dcterms:created>
  <dcterms:modified xsi:type="dcterms:W3CDTF">2026-04-20T17:52:15Z</dcterms:modified>
</cp:coreProperties>
</file>